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8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6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6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6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0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8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6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517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54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61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92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6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 err="1"/>
              <a:t>Pemrograman</a:t>
            </a:r>
            <a:r>
              <a:rPr sz="4000" dirty="0"/>
              <a:t> </a:t>
            </a:r>
            <a:r>
              <a:rPr sz="4000" dirty="0" err="1"/>
              <a:t>Perangkat</a:t>
            </a:r>
            <a:r>
              <a:rPr sz="4000" dirty="0"/>
              <a:t> Mobile II</a:t>
            </a:r>
          </a:p>
          <a:p>
            <a:r>
              <a:rPr sz="4000" dirty="0" err="1"/>
              <a:t>Pertemuan</a:t>
            </a:r>
            <a:r>
              <a:rPr sz="4000" dirty="0"/>
              <a:t>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Komponen Lanjutan (Functional Component, Props, dan Hooks)</a:t>
            </a:r>
          </a:p>
          <a:p>
            <a:r>
              <a:t>Edi Suherlan, S.Kom., M.TI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Pertemuan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Setelah pertemuan ini mahasiswa mampu:</a:t>
            </a:r>
          </a:p>
          <a:p>
            <a:pPr lvl="1"/>
            <a:r>
              <a:t>Memahami konsep functional component</a:t>
            </a:r>
          </a:p>
          <a:p>
            <a:pPr lvl="1"/>
            <a:r>
              <a:t>Menggunakan props secara dinamis</a:t>
            </a:r>
          </a:p>
          <a:p>
            <a:pPr lvl="1"/>
            <a:r>
              <a:t>Membuat reusable component</a:t>
            </a:r>
          </a:p>
          <a:p>
            <a:pPr lvl="1"/>
            <a:r>
              <a:t>Mengelola state dengan useState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Konsep Modular Penting?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Aplikasi profesional tidak ditulis dalam satu file besar</a:t>
            </a:r>
          </a:p>
          <a:p>
            <a:pPr lvl="1"/>
            <a:r>
              <a:t>Kode menjadi lebih rapi dan mudah dibaca</a:t>
            </a:r>
          </a:p>
          <a:p>
            <a:pPr lvl="1"/>
            <a:r>
              <a:t>Memudahkan pengembangan tim</a:t>
            </a:r>
          </a:p>
          <a:p>
            <a:pPr lvl="1"/>
            <a:r>
              <a:t>Mengurangi duplikasi kode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Apa</a:t>
            </a:r>
            <a:r>
              <a:rPr dirty="0"/>
              <a:t> itu Functional 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berbentuk fungsi JavaScript</a:t>
            </a:r>
          </a:p>
          <a:p>
            <a:pPr lvl="1"/>
            <a:r>
              <a:t>Digunakan untuk menampilkan UI</a:t>
            </a:r>
          </a:p>
          <a:p>
            <a:pPr lvl="1"/>
            <a:r>
              <a:t>Lebih sederhana dibanding class component</a:t>
            </a:r>
          </a:p>
          <a:p>
            <a:pPr lvl="1"/>
            <a:r>
              <a:t>Mendukung penggunaan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Functional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default function Header() {</a:t>
            </a:r>
          </a:p>
          <a:p>
            <a:pPr lvl="1"/>
            <a:r>
              <a:t>  return (&lt;Text&gt;Aplikasi Mobile&lt;/Text&gt;);</a:t>
            </a:r>
          </a:p>
          <a:p>
            <a:pPr lvl="1"/>
            <a:r>
              <a:t>}</a:t>
            </a:r>
          </a:p>
          <a:p>
            <a:pPr lvl="1"/>
            <a:r>
              <a:t>Komponen dapat dipanggil di file 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Props?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Props = properties (parameter pada komponen)</a:t>
            </a:r>
          </a:p>
          <a:p>
            <a:pPr lvl="1"/>
            <a:r>
              <a:t>Digunakan untuk mengirim data dari parent ke child</a:t>
            </a:r>
          </a:p>
          <a:p>
            <a:pPr lvl="1"/>
            <a:r>
              <a:t>Membuat komponen menjadi dinamis</a:t>
            </a:r>
          </a:p>
          <a:p>
            <a:pPr lvl="1"/>
            <a:r>
              <a:t>Bisa mengirim teks, angka, atau fungsi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Analogi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sapa(nama) {</a:t>
            </a:r>
          </a:p>
          <a:p>
            <a:pPr lvl="1"/>
            <a:r>
              <a:t>  return 'Halo ' + nama;</a:t>
            </a:r>
          </a:p>
          <a:p>
            <a:pPr lvl="1"/>
            <a:r>
              <a:t>}</a:t>
            </a:r>
          </a:p>
          <a:p>
            <a:pPr lvl="1"/>
            <a:r>
              <a:t>Props bekerja seperti parameter pada fungsi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Penggunaan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Card({ title, description }) {</a:t>
            </a:r>
          </a:p>
          <a:p>
            <a:pPr lvl="1"/>
            <a:r>
              <a:t>  return (</a:t>
            </a:r>
          </a:p>
          <a:p>
            <a:pPr lvl="1"/>
            <a:r>
              <a:t>    &lt;Text&gt;{title}&lt;/Text&gt;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yang bisa digunakan lebih dari satu kali</a:t>
            </a:r>
          </a:p>
          <a:p>
            <a:pPr lvl="1"/>
            <a:r>
              <a:t>Mengurangi duplikasi kode</a:t>
            </a:r>
          </a:p>
          <a:p>
            <a:pPr lvl="1"/>
            <a:r>
              <a:t>Mempercepat pengembangan aplikasi</a:t>
            </a:r>
          </a:p>
          <a:p>
            <a:pPr lvl="1"/>
            <a:r>
              <a:t>Membuat project lebih profesional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Reusable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CustomButton({ title, onPress }) {</a:t>
            </a:r>
          </a:p>
          <a:p>
            <a:pPr lvl="1"/>
            <a:r>
              <a:t>  return (</a:t>
            </a:r>
          </a:p>
          <a:p>
            <a:pPr lvl="1"/>
            <a:r>
              <a:t>    &lt;TouchableOpacity onPress={onPress}&gt;</a:t>
            </a:r>
          </a:p>
          <a:p>
            <a:pPr lvl="1"/>
            <a:r>
              <a:t>      &lt;Text&gt;{title}&lt;/Text&gt;</a:t>
            </a:r>
          </a:p>
          <a:p>
            <a:pPr lvl="1"/>
            <a:r>
              <a:t>    &lt;/TouchableOpacity&gt;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State?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adalah data yang bisa berubah</a:t>
            </a:r>
          </a:p>
          <a:p>
            <a:pPr lvl="1"/>
            <a:r>
              <a:t>Contoh: counter, login status, input text</a:t>
            </a:r>
          </a:p>
          <a:p>
            <a:pPr lvl="1"/>
            <a:r>
              <a:t>Ketika state berubah, UI ikut berubah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Digunakan untuk mengelola state pada functional component</a:t>
            </a:r>
          </a:p>
          <a:p>
            <a:pPr lvl="1"/>
            <a:r>
              <a:t>Sintaks:</a:t>
            </a:r>
          </a:p>
          <a:p>
            <a:pPr lvl="1"/>
            <a:r>
              <a:t>const [state, setState] = useState(nilaiAwal);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Counter dengan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[count, setCount] = useState(0);</a:t>
            </a:r>
          </a:p>
          <a:p>
            <a:pPr lvl="1"/>
            <a:r>
              <a:t>const increment = () =&gt; {</a:t>
            </a:r>
          </a:p>
          <a:p>
            <a:pPr lvl="1"/>
            <a:r>
              <a:t>  setCount(count + 1);</a:t>
            </a:r>
          </a:p>
          <a:p>
            <a:pPr lvl="1"/>
            <a:r>
              <a:t>}</a:t>
            </a:r>
          </a:p>
          <a:p>
            <a:pPr lvl="1"/>
            <a:r>
              <a:t>Perubahan state memicu render ulang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Bagaimana React Bekerja?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menekan tombol</a:t>
            </a:r>
          </a:p>
          <a:p>
            <a:pPr lvl="1"/>
            <a:r>
              <a:t>State berubah</a:t>
            </a:r>
          </a:p>
          <a:p>
            <a:pPr lvl="1"/>
            <a:r>
              <a:t>Komponen melakukan render ulang</a:t>
            </a:r>
          </a:p>
          <a:p>
            <a:pPr lvl="1"/>
            <a:r>
              <a:t>Tampilan diperbarui otomatis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Praktikum Hari 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Membuat</a:t>
            </a:r>
            <a:r>
              <a:rPr dirty="0"/>
              <a:t> project Expo </a:t>
            </a:r>
            <a:r>
              <a:rPr dirty="0" err="1"/>
              <a:t>baru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folder components</a:t>
            </a:r>
          </a:p>
          <a:p>
            <a:pPr lvl="1"/>
            <a:r>
              <a:rPr dirty="0" err="1"/>
              <a:t>Membuat</a:t>
            </a:r>
            <a:r>
              <a:rPr dirty="0"/>
              <a:t> Header, Card, dan </a:t>
            </a:r>
            <a:r>
              <a:rPr dirty="0" err="1"/>
              <a:t>CustomButton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Counter dengan </a:t>
            </a:r>
            <a:r>
              <a:rPr dirty="0" err="1"/>
              <a:t>useState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768D7-BE21-465D-8D66-CCBF8884AE56}"/>
              </a:ext>
            </a:extLst>
          </p:cNvPr>
          <p:cNvSpPr/>
          <p:nvPr/>
        </p:nvSpPr>
        <p:spPr>
          <a:xfrm>
            <a:off x="2283282" y="4571111"/>
            <a:ext cx="77572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npx create-expo-app@latest . --yes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Tugas Individu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Buat aplikasi Profile App</a:t>
            </a:r>
          </a:p>
          <a:p>
            <a:pPr lvl="1"/>
            <a:r>
              <a:t>Minimal 2 reusable component</a:t>
            </a:r>
          </a:p>
          <a:p>
            <a:pPr lvl="1"/>
            <a:r>
              <a:t>Gunakan props</a:t>
            </a:r>
          </a:p>
          <a:p>
            <a:pPr lvl="1"/>
            <a:r>
              <a:t>Gunakan useState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Kriteria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Component (25%)</a:t>
            </a:r>
          </a:p>
          <a:p>
            <a:pPr lvl="1"/>
            <a:r>
              <a:t>Props (25%)</a:t>
            </a:r>
          </a:p>
          <a:p>
            <a:pPr lvl="1"/>
            <a:r>
              <a:t>Reusable Component (30%)</a:t>
            </a:r>
          </a:p>
          <a:p>
            <a:pPr lvl="1"/>
            <a:r>
              <a:t>useState (20%)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fungsi functional component?</a:t>
            </a:r>
          </a:p>
          <a:p>
            <a:pPr lvl="1"/>
            <a:r>
              <a:t>Mengapa props penting?</a:t>
            </a:r>
          </a:p>
          <a:p>
            <a:pPr lvl="1"/>
            <a:r>
              <a:t>Apa manfaat reusable component?</a:t>
            </a:r>
          </a:p>
          <a:p>
            <a:pPr lvl="1"/>
            <a:r>
              <a:t>Mengapa state memicu render ulang?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59</TotalTime>
  <Words>439</Words>
  <Application>Microsoft Office PowerPoint</Application>
  <PresentationFormat>Widescreen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Trebuchet MS</vt:lpstr>
      <vt:lpstr>Berlin</vt:lpstr>
      <vt:lpstr>Pemrograman Perangkat Mobile II Pertemuan 2</vt:lpstr>
      <vt:lpstr>Tujuan Pertemuan</vt:lpstr>
      <vt:lpstr>Mengapa Konsep Modular Penting?</vt:lpstr>
      <vt:lpstr>Apa itu Functional Component?</vt:lpstr>
      <vt:lpstr>Contoh Functional Component</vt:lpstr>
      <vt:lpstr>Apa itu Props?</vt:lpstr>
      <vt:lpstr>Analogi Props</vt:lpstr>
      <vt:lpstr>Contoh Penggunaan Props</vt:lpstr>
      <vt:lpstr>Reusable Component</vt:lpstr>
      <vt:lpstr>Contoh Reusable Button</vt:lpstr>
      <vt:lpstr>Apa itu State?</vt:lpstr>
      <vt:lpstr>Hook useState</vt:lpstr>
      <vt:lpstr>Contoh Counter dengan useState</vt:lpstr>
      <vt:lpstr>Bagaimana React Bekerja?</vt:lpstr>
      <vt:lpstr>Praktikum Hari Ini</vt:lpstr>
      <vt:lpstr>Tugas Individu</vt:lpstr>
      <vt:lpstr>Kriteria Penilaian</vt:lpstr>
      <vt:lpstr>Refleksi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Perangkat Mobile II Pertemuan 2</dc:title>
  <dc:subject/>
  <dc:creator>Edi Suherlan</dc:creator>
  <cp:keywords/>
  <dc:description>generated using python-pptx</dc:description>
  <cp:lastModifiedBy>Edi Suherlan</cp:lastModifiedBy>
  <cp:revision>6</cp:revision>
  <dcterms:created xsi:type="dcterms:W3CDTF">2013-01-27T09:14:16Z</dcterms:created>
  <dcterms:modified xsi:type="dcterms:W3CDTF">2026-02-25T23:37:04Z</dcterms:modified>
  <cp:category/>
</cp:coreProperties>
</file>